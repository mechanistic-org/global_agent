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0D13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28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887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17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02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517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093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87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517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8328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148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778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1480" y="384048"/>
            <a:ext cx="45720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EN-OS  ·  AGENTIC SECURITY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94960" y="3840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5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11480" y="77724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constraints</a:t>
            </a:r>
            <a:endParaRPr lang="en-US" sz="5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your</a:t>
            </a:r>
            <a:endParaRPr lang="en-US" sz="5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ships.</a:t>
            </a:r>
            <a:endParaRPr lang="en-US" sz="5800" dirty="0"/>
          </a:p>
        </p:txBody>
      </p:sp>
      <p:sp>
        <p:nvSpPr>
          <p:cNvPr id="88" name="Shape 86"/>
          <p:cNvSpPr/>
          <p:nvPr/>
        </p:nvSpPr>
        <p:spPr>
          <a:xfrm>
            <a:off x="411480" y="3749040"/>
            <a:ext cx="1371600" cy="36576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1480" y="3913632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 with the most incentive to weaponize AI already tested it — and decided it isn't reliable enough for precision work.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tells you exactly where the capability ceiling is.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5029200" y="63093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11480" y="6556248"/>
            <a:ext cx="603504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1480" y="660196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mechanistic  ·  EN-OS  ·  constraint stack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0D13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28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887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17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02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517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093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87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517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8328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148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778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1480" y="384048"/>
            <a:ext cx="45720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CONTROLS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94960" y="3840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5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1480" y="804672"/>
            <a:ext cx="6035040" cy="2743200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1480" y="804672"/>
            <a:ext cx="64008" cy="2743200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1005840"/>
            <a:ext cx="54864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90" name="Text 88"/>
          <p:cNvSpPr/>
          <p:nvPr/>
        </p:nvSpPr>
        <p:spPr>
          <a:xfrm>
            <a:off x="1325880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 per agent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548640" y="1444752"/>
            <a:ext cx="576072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1536192"/>
            <a:ext cx="55778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agent gets a written list of tools, env vars, and network destinations before it runs. If it's not on the manifest, it doesn't exist in the environment.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manifest per agent — not inherited defaults.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31520" y="305409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manifest is what makes the watchdog possible. You can only flag violations if you defined what normal looks like.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411480" y="3703320"/>
            <a:ext cx="6035040" cy="24871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1480" y="3703320"/>
            <a:ext cx="64008" cy="2487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1520" y="3904488"/>
            <a:ext cx="54864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97" name="Text 95"/>
          <p:cNvSpPr/>
          <p:nvPr/>
        </p:nvSpPr>
        <p:spPr>
          <a:xfrm>
            <a:off x="1325880" y="3904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key, one capability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548640" y="4343400"/>
            <a:ext cx="576072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" y="4434840"/>
            <a:ext cx="55778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shared API keys across agents. Every key scoped to the minimum surface area that makes the workflow functional — not convenient.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scoping breaks the workflow, the workflow was poorly designed.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731520" y="569671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 keys as capabilities, not passwords.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5029200" y="63093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11480" y="6556248"/>
            <a:ext cx="603504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1480" y="660196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mechanistic  ·  EN-OS  ·  constraint stack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0D13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28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887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17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02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517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093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87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517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8328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148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778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1480" y="384048"/>
            <a:ext cx="457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ARCHITECTURE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94960" y="3840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5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1480" y="804672"/>
            <a:ext cx="6035040" cy="5559552"/>
          </a:xfrm>
          <a:prstGeom prst="rect">
            <a:avLst/>
          </a:prstGeom>
          <a:solidFill>
            <a:srgbClr val="0C0A04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1480" y="804672"/>
            <a:ext cx="64008" cy="5559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960120"/>
            <a:ext cx="54864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90" name="Text 88"/>
          <p:cNvSpPr/>
          <p:nvPr/>
        </p:nvSpPr>
        <p:spPr>
          <a:xfrm>
            <a:off x="1353312" y="960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BROKER chokepoint</a:t>
            </a:r>
            <a:endParaRPr lang="en-US" sz="2000" dirty="0"/>
          </a:p>
        </p:txBody>
      </p:sp>
      <p:sp>
        <p:nvSpPr>
          <p:cNvPr id="91" name="Shape 89"/>
          <p:cNvSpPr/>
          <p:nvPr/>
        </p:nvSpPr>
        <p:spPr>
          <a:xfrm>
            <a:off x="548640" y="1435608"/>
            <a:ext cx="5742432" cy="9144"/>
          </a:xfrm>
          <a:prstGeom prst="rect">
            <a:avLst/>
          </a:prstGeom>
          <a:solidFill>
            <a:srgbClr val="3A2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1572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material never touches the reasoning layer.</a:t>
            </a:r>
            <a:endParaRPr lang="en-US" sz="1450" dirty="0"/>
          </a:p>
        </p:txBody>
      </p:sp>
      <p:sp>
        <p:nvSpPr>
          <p:cNvPr id="93" name="Text 91"/>
          <p:cNvSpPr/>
          <p:nvPr/>
        </p:nvSpPr>
        <p:spPr>
          <a:xfrm>
            <a:off x="731520" y="199339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requests a credential via an internal broker. The broker issues a short-lived token scoped to the immediate task. The agent never sees the underlying secret.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658368" y="2999232"/>
            <a:ext cx="1554480" cy="804672"/>
          </a:xfrm>
          <a:prstGeom prst="rect">
            <a:avLst/>
          </a:prstGeom>
          <a:solidFill>
            <a:srgbClr val="0A0D13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8368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58368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layer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651760" y="2999232"/>
            <a:ext cx="1554480" cy="804672"/>
          </a:xfrm>
          <a:prstGeom prst="rect">
            <a:avLst/>
          </a:prstGeom>
          <a:solidFill>
            <a:srgbClr val="0A0D1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5176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BROKER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2651760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issuer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45152" y="2999232"/>
            <a:ext cx="1554480" cy="804672"/>
          </a:xfrm>
          <a:prstGeom prst="rect">
            <a:avLst/>
          </a:prstGeom>
          <a:solidFill>
            <a:srgbClr val="0A0D13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45152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4645152" y="3456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short-lived · scoped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221992" y="3392424"/>
            <a:ext cx="347472" cy="1828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05456" y="3273552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2176272" y="3657600"/>
            <a:ext cx="475488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176272" y="3831336"/>
            <a:ext cx="475488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215384" y="3392424"/>
            <a:ext cx="347472" cy="1828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273552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4178808" y="3657600"/>
            <a:ext cx="4572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4178808" y="3831336"/>
            <a:ext cx="45720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31520" y="4160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node owns all credential issuance. A single chokepoint is auditable. Distributed key access is not.</a:t>
            </a:r>
            <a:endParaRPr lang="en-US" sz="1250" dirty="0"/>
          </a:p>
        </p:txBody>
      </p:sp>
      <p:sp>
        <p:nvSpPr>
          <p:cNvPr id="112" name="Text 110"/>
          <p:cNvSpPr/>
          <p:nvPr/>
        </p:nvSpPr>
        <p:spPr>
          <a:xfrm>
            <a:off x="731520" y="493776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the broker is compromised, you know exactly where to look.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keys are scattered across agents, you don't.</a:t>
            </a:r>
            <a:endParaRPr lang="en-US" sz="1250" dirty="0"/>
          </a:p>
        </p:txBody>
      </p:sp>
      <p:sp>
        <p:nvSpPr>
          <p:cNvPr id="113" name="Text 111"/>
          <p:cNvSpPr/>
          <p:nvPr/>
        </p:nvSpPr>
        <p:spPr>
          <a:xfrm>
            <a:off x="5029200" y="63093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11480" y="6556248"/>
            <a:ext cx="603504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11480" y="660196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mechanistic  ·  EN-OS  ·  constraint stack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0D13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28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887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17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02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517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093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87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517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8328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148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778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1480" y="384048"/>
            <a:ext cx="45720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WATCHDOG  ·  TOPOLOGY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94960" y="3840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5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1480" y="804672"/>
            <a:ext cx="6035040" cy="2743200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1480" y="804672"/>
            <a:ext cx="64008" cy="2743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1005840"/>
            <a:ext cx="54864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90" name="Text 88"/>
          <p:cNvSpPr/>
          <p:nvPr/>
        </p:nvSpPr>
        <p:spPr>
          <a:xfrm>
            <a:off x="1325880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Claw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548640" y="1444752"/>
            <a:ext cx="576072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1536192"/>
            <a:ext cx="55778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deterministic background watchdog — no AI inside it.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checks: (1) outbound to unregistered destination, (2) tool called &gt;N times without human checkpoint, (3) subprocess outside the manifest.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31520" y="305409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any: agent suspended. Human reviews before resumption.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411480" y="3703320"/>
            <a:ext cx="6035040" cy="24871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1480" y="3703320"/>
            <a:ext cx="64008" cy="2487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1520" y="3904488"/>
            <a:ext cx="54864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97" name="Text 95"/>
          <p:cNvSpPr/>
          <p:nvPr/>
        </p:nvSpPr>
        <p:spPr>
          <a:xfrm>
            <a:off x="1325880" y="3904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topology, not surface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548640" y="4343400"/>
            <a:ext cx="576072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" y="4434840"/>
            <a:ext cx="55778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new component adds a trust relationship, not a door. A different building.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microVM &lt;-&gt; host.  ChromaDB &lt;-&gt; agent.  Agent &lt;-&gt; broker.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these as a directed graph before you build.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731520" y="569671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manifest and the broker are outputs of that mapping.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411480" y="6556248"/>
            <a:ext cx="603504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11480" y="660196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mechanistic  ·  EN-OS  ·  constraint stack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0D13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572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887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9202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6517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38328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28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11480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887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17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84632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02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517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09360" y="557784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87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517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8328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1480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7784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6309360"/>
            <a:ext cx="27432" cy="27432"/>
          </a:xfrm>
          <a:prstGeom prst="ellipse">
            <a:avLst/>
          </a:prstGeom>
          <a:solidFill>
            <a:srgbClr val="131B28"/>
          </a:solidFill>
          <a:ln w="12700">
            <a:solidFill>
              <a:srgbClr val="131B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1480" y="384048"/>
            <a:ext cx="45720" cy="2011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94960" y="3840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5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1480" y="804672"/>
            <a:ext cx="6035040" cy="6583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1480" y="804672"/>
            <a:ext cx="64008" cy="6583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6928" y="932688"/>
            <a:ext cx="56692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1188720" y="93268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 per agent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411480" y="1554480"/>
            <a:ext cx="6035040" cy="6583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1480" y="1554480"/>
            <a:ext cx="64008" cy="6583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6928" y="1682496"/>
            <a:ext cx="56692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94" name="Text 92"/>
          <p:cNvSpPr/>
          <p:nvPr/>
        </p:nvSpPr>
        <p:spPr>
          <a:xfrm>
            <a:off x="1188720" y="168249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key, one capability</a:t>
            </a:r>
            <a:endParaRPr lang="en-US" sz="1700" dirty="0"/>
          </a:p>
        </p:txBody>
      </p:sp>
      <p:sp>
        <p:nvSpPr>
          <p:cNvPr id="95" name="Shape 93"/>
          <p:cNvSpPr/>
          <p:nvPr/>
        </p:nvSpPr>
        <p:spPr>
          <a:xfrm>
            <a:off x="411480" y="2304288"/>
            <a:ext cx="6035040" cy="6583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1480" y="230428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" y="2432304"/>
            <a:ext cx="56692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98" name="Text 96"/>
          <p:cNvSpPr/>
          <p:nvPr/>
        </p:nvSpPr>
        <p:spPr>
          <a:xfrm>
            <a:off x="1188720" y="243230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BROKER chokepoint</a:t>
            </a:r>
            <a:endParaRPr lang="en-US" sz="1700" dirty="0"/>
          </a:p>
        </p:txBody>
      </p:sp>
      <p:sp>
        <p:nvSpPr>
          <p:cNvPr id="99" name="Shape 97"/>
          <p:cNvSpPr/>
          <p:nvPr/>
        </p:nvSpPr>
        <p:spPr>
          <a:xfrm>
            <a:off x="411480" y="3054096"/>
            <a:ext cx="6035040" cy="6583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1480" y="3054096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66928" y="3182112"/>
            <a:ext cx="56692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02" name="Text 100"/>
          <p:cNvSpPr/>
          <p:nvPr/>
        </p:nvSpPr>
        <p:spPr>
          <a:xfrm>
            <a:off x="1188720" y="31821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Claw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411480" y="3803904"/>
            <a:ext cx="6035040" cy="658368"/>
          </a:xfrm>
          <a:prstGeom prst="rect">
            <a:avLst/>
          </a:prstGeom>
          <a:solidFill>
            <a:srgbClr val="0F1520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11480" y="3803904"/>
            <a:ext cx="64008" cy="658368"/>
          </a:xfrm>
          <a:prstGeom prst="rect">
            <a:avLst/>
          </a:prstGeom>
          <a:solidFill>
            <a:srgbClr val="00C4D4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6928" y="3931920"/>
            <a:ext cx="56692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106" name="Text 104"/>
          <p:cNvSpPr/>
          <p:nvPr/>
        </p:nvSpPr>
        <p:spPr>
          <a:xfrm>
            <a:off x="1188720" y="39319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Topology map before build</a:t>
            </a:r>
            <a:endParaRPr lang="en-US" sz="1700" dirty="0"/>
          </a:p>
        </p:txBody>
      </p:sp>
      <p:sp>
        <p:nvSpPr>
          <p:cNvPr id="107" name="Shape 105"/>
          <p:cNvSpPr/>
          <p:nvPr/>
        </p:nvSpPr>
        <p:spPr>
          <a:xfrm>
            <a:off x="411480" y="4626864"/>
            <a:ext cx="6035040" cy="18288"/>
          </a:xfrm>
          <a:prstGeom prst="rect">
            <a:avLst/>
          </a:prstGeom>
          <a:solidFill>
            <a:srgbClr val="2A3D50"/>
          </a:solidFill>
          <a:ln w="12700">
            <a:solidFill>
              <a:srgbClr val="2A3D5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1480" y="4791456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350" i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as if every mistake is unrecoverable.</a:t>
            </a:r>
            <a:endParaRPr lang="en-US" sz="13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350" i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for reversibility first, capability second.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411480" y="565099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did I get wrong?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411480" y="6556248"/>
            <a:ext cx="6035040" cy="9144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11480" y="660196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mechanistic  ·  EN-OS  ·  constraint stack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2026-04-13T15:58:54Z</dcterms:created>
  <dcterms:modified xsi:type="dcterms:W3CDTF">2026-04-13T15:58:54Z</dcterms:modified>
</cp:coreProperties>
</file>